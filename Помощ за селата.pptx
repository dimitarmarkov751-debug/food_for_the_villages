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dimitarmarkov751-debug/Food_for_the_village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3002" y="3578225"/>
            <a:ext cx="10943167" cy="1082675"/>
          </a:xfrm>
        </p:spPr>
        <p:txBody>
          <a:bodyPr/>
          <a:lstStyle/>
          <a:p>
            <a:pPr algn="ctr"/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Помощ за селата</a:t>
            </a:r>
            <a:endParaRPr lang="bg-BG" altLang="en-US" b="1" dirty="0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Избраният </a:t>
            </a:r>
            <a:r>
              <a:rPr 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отбор</a:t>
            </a:r>
            <a:endParaRPr lang="en-US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4351338"/>
          </a:xfrm>
        </p:spPr>
        <p:txBody>
          <a:bodyPr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 panose="02060509020205020204"/>
              <a:buNone/>
            </a:pP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В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селата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хората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често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са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по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-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изолирани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от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околния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свят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имат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по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-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малко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възможности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за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работа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,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развитие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образование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.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Това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води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до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обезлюдяване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,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бедност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нисък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интерес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към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живот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в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тези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en-US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райони</a:t>
            </a:r>
            <a:r>
              <a:rPr lang="en-US" altLang="en-GB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.</a:t>
            </a:r>
            <a:r>
              <a:rPr lang="bg-BG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За момента няма решение на този проблем,</a:t>
            </a:r>
            <a:endParaRPr lang="bg-BG" altLang="en-US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 panose="02060509020205020204"/>
              <a:buNone/>
            </a:pPr>
            <a:r>
              <a:rPr lang="bg-BG" altLang="en-US"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но ние открихме.</a:t>
            </a:r>
            <a:endParaRPr lang="en-US" altLang="en-GB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 panose="02060509020205020204"/>
              <a:buNone/>
            </a:pPr>
            <a:endParaRPr lang="en-US" altLang="en-GB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  <a:p>
            <a:endParaRPr lang="en-GB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96845"/>
          </a:xfrm>
        </p:spPr>
        <p:txBody>
          <a:bodyPr/>
          <a:p>
            <a:r>
              <a:rPr 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Целта на проекта е да</a:t>
            </a:r>
            <a:br>
              <a:rPr 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осигурим</a:t>
            </a:r>
            <a:r>
              <a:rPr lang="en-GB" alt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храна,</a:t>
            </a:r>
            <a:r>
              <a:rPr lang="en-GB" alt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лекарства</a:t>
            </a:r>
            <a:br>
              <a:rPr 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bg-BG" alt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 други потребности на хората от малките села.</a:t>
            </a:r>
            <a:endParaRPr lang="bg-BG" altLang="bg-BG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748280"/>
          </a:xfrm>
        </p:spPr>
        <p:txBody>
          <a:bodyPr/>
          <a:p>
            <a:r>
              <a:rPr lang="bg-BG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Идеята на проекта е да помогнем на хората от селата, които не могат да пътуват към по големите населени места.</a:t>
            </a:r>
            <a:endParaRPr lang="bg-BG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bg-BG" altLang="en-US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 panose="02060509020205020204"/>
              <a:buNone/>
            </a:pPr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Нашето решение на проблема е да направим сайт, който доставя хранителни продукти,лекарства и други потребности до малките села, в които няма магазини от по-големите и най-близки градове. </a:t>
            </a:r>
            <a:endParaRPr lang="bg-BG" altLang="en-US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Нашият проект</a:t>
            </a:r>
            <a:endParaRPr lang="bg-BG" altLang="en-US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70860"/>
            <a:ext cx="10972800" cy="3056890"/>
          </a:xfrm>
        </p:spPr>
        <p:txBody>
          <a:bodyPr/>
          <a:p>
            <a:r>
              <a:rPr lang="en-US" altLang="en-GB">
                <a:solidFill>
                  <a:schemeClr val="bg1"/>
                </a:solidFill>
                <a:sym typeface="+mn-ea"/>
                <a:hlinkClick r:id="rId1" tooltip="" action="ppaction://hlinkfile"/>
              </a:rPr>
              <a:t>https://github.com/dimitarmarkov751</a:t>
            </a:r>
            <a:r>
              <a:rPr lang="en-GB" altLang="en-US">
                <a:solidFill>
                  <a:schemeClr val="bg1"/>
                </a:solidFill>
                <a:sym typeface="+mn-ea"/>
                <a:hlinkClick r:id="rId1" tooltip="" action="ppaction://hlinkfile"/>
              </a:rPr>
              <a:t> </a:t>
            </a:r>
            <a:r>
              <a:rPr lang="en-US" altLang="en-GB">
                <a:solidFill>
                  <a:schemeClr val="bg1"/>
                </a:solidFill>
                <a:sym typeface="+mn-ea"/>
                <a:hlinkClick r:id="rId1" tooltip="" action="ppaction://hlinkfile"/>
              </a:rPr>
              <a:t>debug/Food_for_the_villages</a:t>
            </a:r>
            <a:endParaRPr lang="en-US" altLang="en-GB">
              <a:solidFill>
                <a:schemeClr val="bg1"/>
              </a:solidFill>
              <a:hlinkClick r:id="rId1" tooltip="" action="ppaction://hlinkfile"/>
            </a:endParaRPr>
          </a:p>
          <a:p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US"/>
              <a:t>Демо</a:t>
            </a:r>
            <a:endParaRPr lang="bg-BG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marR="0" lvl="0" indent="0" algn="ctr" rtl="0">
              <a:lnSpc>
                <a:spcPct val="6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 panose="02060509020205020204"/>
              <a:buNone/>
            </a:pPr>
            <a:r>
              <a:rPr lang="bg-BG" altLang="en-US" sz="4000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Например вие се намирате в някое село и в близкия район няма близък магазин, от който да си купите домати,</a:t>
            </a:r>
            <a:endParaRPr lang="bg-BG" altLang="en-US" sz="4000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  <a:p>
            <a:pPr marL="0" marR="0" lvl="0" indent="0" algn="ctr" rtl="0">
              <a:lnSpc>
                <a:spcPct val="6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 panose="02060509020205020204"/>
              <a:buNone/>
            </a:pPr>
            <a:r>
              <a:rPr lang="bg-BG" altLang="en-US" sz="4000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краставици и хляб.Можете да използвате нашия сайт да си закупите нужхите продукти.</a:t>
            </a:r>
            <a:endParaRPr lang="bg-BG" altLang="en-US" sz="4000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bg-BG" altLang="en-US" sz="4000">
                <a:solidFill>
                  <a:schemeClr val="tx1"/>
                </a:solidFill>
                <a:sym typeface="+mn-ea"/>
              </a:rPr>
              <a:t>Използвахме технологиите: </a:t>
            </a:r>
            <a:r>
              <a:rPr lang="en-GB" altLang="en-US" sz="4000">
                <a:solidFill>
                  <a:schemeClr val="tx1"/>
                </a:solidFill>
                <a:sym typeface="+mn-ea"/>
              </a:rPr>
              <a:t>HTML;CSS;PHP;Java Script</a:t>
            </a:r>
            <a:endParaRPr lang="en-GB" altLang="en-US" sz="4000">
              <a:solidFill>
                <a:schemeClr val="tx1"/>
              </a:solidFill>
            </a:endParaRPr>
          </a:p>
          <a:p>
            <a:endParaRPr lang="en-GB" altLang="en-US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bg-BG" altLang="en-GB">
                <a:solidFill>
                  <a:schemeClr val="tx1"/>
                </a:solidFill>
                <a:sym typeface="+mn-ea"/>
              </a:rPr>
              <a:t>Процесът на работа беше дълъг и мъчителен, но с помощтта на ментора ни  и това, че ние не се отказахме успяхме да преодолеем трудностите. </a:t>
            </a:r>
            <a:endParaRPr lang="bg-BG" altLang="en-GB">
              <a:solidFill>
                <a:schemeClr val="tx1"/>
              </a:solidFill>
            </a:endParaRPr>
          </a:p>
          <a:p>
            <a:endParaRPr lang="bg-BG" altLang="en-GB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Нашето</a:t>
            </a:r>
            <a:r>
              <a:rPr 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преживяване</a:t>
            </a:r>
            <a:endParaRPr lang="en-US" altLang="en-US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 panose="02060509020205020204"/>
              <a:buNone/>
            </a:pPr>
            <a:r>
              <a:rPr 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-</a:t>
            </a:r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Нашият</a:t>
            </a:r>
            <a:r>
              <a:rPr 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екип</a:t>
            </a:r>
            <a:r>
              <a:rPr lang="en-GB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-</a:t>
            </a:r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Станислав Николов, Димитър Марков,Явор Стоянов,Калин Бурнаски. </a:t>
            </a:r>
            <a:endParaRPr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 panose="02060509020205020204"/>
              <a:buNone/>
            </a:pPr>
            <a:r>
              <a:rPr 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-Вашият</a:t>
            </a:r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ментор- Мирослав Мирчев</a:t>
            </a:r>
            <a:endParaRPr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 panose="02060509020205020204"/>
              <a:buNone/>
            </a:pPr>
            <a:r>
              <a:rPr 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-Какво научихте от Хакатона?</a:t>
            </a:r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-Научихме от хакатона</a:t>
            </a:r>
            <a:r>
              <a:rPr lang="en-GB" altLang="bg-BG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</a:t>
            </a:r>
            <a:r>
              <a:rPr lang="bg-BG" altLang="bg-BG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с помощ от ментора основите на </a:t>
            </a:r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езикът </a:t>
            </a:r>
            <a:r>
              <a:rPr lang="en-GB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php,css </a:t>
            </a:r>
            <a:r>
              <a:rPr lang="bg-BG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и</a:t>
            </a:r>
            <a:r>
              <a:rPr lang="en-GB" alt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 html.</a:t>
            </a:r>
            <a:endParaRPr lang="en-GB" altLang="en-US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  <a:p>
            <a:endParaRPr lang="en-GB" altLang="en-US">
              <a:solidFill>
                <a:schemeClr val="tx1"/>
              </a:solidFill>
              <a:latin typeface="Calibri" panose="020F0502020204030204" charset="0"/>
              <a:ea typeface="PT Mono" panose="02060509020205020204"/>
              <a:cs typeface="Calibri" panose="020F0502020204030204" charset="0"/>
              <a:sym typeface="PT Mono" panose="02060509020205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olidFill>
                  <a:schemeClr val="tx1"/>
                </a:solidFill>
                <a:latin typeface="Calibri" panose="020F0502020204030204" charset="0"/>
                <a:ea typeface="PT Mono" panose="02060509020205020204"/>
                <a:cs typeface="Calibri" panose="020F0502020204030204" charset="0"/>
                <a:sym typeface="PT Mono" panose="02060509020205020204"/>
              </a:rPr>
              <a:t>Благодарим ви за вниманието!</a:t>
            </a:r>
            <a:endParaRPr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endParaRPr lang="en-GB" altLang="en-US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WPS Presentation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PT Mono</vt:lpstr>
      <vt:lpstr>Segoe Print</vt:lpstr>
      <vt:lpstr>Calibri</vt:lpstr>
      <vt:lpstr>Cambria</vt:lpstr>
      <vt:lpstr>Cambria Math</vt:lpstr>
      <vt:lpstr>Green Color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Dimitar Markov</cp:lastModifiedBy>
  <cp:revision>3</cp:revision>
  <dcterms:created xsi:type="dcterms:W3CDTF">2025-07-23T00:59:00Z</dcterms:created>
  <dcterms:modified xsi:type="dcterms:W3CDTF">2026-03-27T15:59:12Z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5E3C2D56927B4A2F8C80269105266E14_11</vt:lpwstr>
  </property>
  <property fmtid="{D5CDD505-2E9C-101B-9397-08002B2CF9AE}" pid="3" name="KSOProductBuildVer">
    <vt:lpwstr>2057-12.2.0.23196</vt:lpwstr>
  </property>
</Properties>
</file>